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0"/>
            <a:ext cx="2532888" cy="38404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1618488" cy="25603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Docs-inator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02920" y="4480560"/>
            <a:ext cx="6556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Documentation Intelligence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5212080"/>
            <a:ext cx="1463040" cy="347472"/>
          </a:xfrm>
          <a:prstGeom prst="roundRect">
            <a:avLst>
              <a:gd name="adj" fmla="val 31579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521208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Search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3120" y="5212080"/>
            <a:ext cx="1463040" cy="347472"/>
          </a:xfrm>
          <a:prstGeom prst="roundRect">
            <a:avLst>
              <a:gd name="adj" fmla="val 31579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03120" y="521208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703320" y="5212080"/>
            <a:ext cx="1463040" cy="347472"/>
          </a:xfrm>
          <a:prstGeom prst="roundRect">
            <a:avLst>
              <a:gd name="adj" fmla="val 31579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3320" y="521208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Analysis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03520" y="5212080"/>
            <a:ext cx="1463040" cy="347472"/>
          </a:xfrm>
          <a:prstGeom prst="roundRect">
            <a:avLst>
              <a:gd name="adj" fmla="val 31579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521208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9784080"/>
            <a:ext cx="6556248" cy="0"/>
          </a:xfrm>
          <a:prstGeom prst="line">
            <a:avLst/>
          </a:prstGeom>
          <a:noFill/>
          <a:ln w="12700">
            <a:solidFill>
              <a:srgbClr val="4A58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9921240"/>
            <a:ext cx="6556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0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documentation search, gap analysis, and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6556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&amp; Our 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2743200" cy="475488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234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Docs-inator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04088" y="1764792"/>
            <a:ext cx="219456" cy="219456"/>
          </a:xfrm>
          <a:prstGeom prst="ellipse">
            <a:avLst/>
          </a:prstGeom>
          <a:solidFill>
            <a:srgbClr val="BE123C"/>
          </a:solidFill>
          <a:ln w="12700">
            <a:solidFill>
              <a:srgbClr val="BE12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7190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search returns noise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04088" y="2359152"/>
            <a:ext cx="219456" cy="219456"/>
          </a:xfrm>
          <a:prstGeom prst="ellipse">
            <a:avLst/>
          </a:prstGeom>
          <a:solidFill>
            <a:srgbClr val="BE123C"/>
          </a:solidFill>
          <a:ln w="12700">
            <a:solidFill>
              <a:srgbClr val="BE12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3134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waste hours hunting docs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04088" y="2953512"/>
            <a:ext cx="219456" cy="219456"/>
          </a:xfrm>
          <a:prstGeom prst="ellipse">
            <a:avLst/>
          </a:prstGeom>
          <a:solidFill>
            <a:srgbClr val="BE123C"/>
          </a:solidFill>
          <a:ln w="12700">
            <a:solidFill>
              <a:srgbClr val="BE12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907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hires struggle with context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4088" y="3547872"/>
            <a:ext cx="219456" cy="219456"/>
          </a:xfrm>
          <a:prstGeom prst="ellipse">
            <a:avLst/>
          </a:prstGeom>
          <a:solidFill>
            <a:srgbClr val="BE123C"/>
          </a:solidFill>
          <a:ln w="12700">
            <a:solidFill>
              <a:srgbClr val="BE12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35021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 into documentation gaps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4088" y="4142232"/>
            <a:ext cx="219456" cy="219456"/>
          </a:xfrm>
          <a:prstGeom prst="ellipse">
            <a:avLst/>
          </a:prstGeom>
          <a:solidFill>
            <a:srgbClr val="BE123C"/>
          </a:solidFill>
          <a:ln w="12700">
            <a:solidFill>
              <a:srgbClr val="BE12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0965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searches across wikis &amp; PDFs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04088" y="4736592"/>
            <a:ext cx="219456" cy="219456"/>
          </a:xfrm>
          <a:prstGeom prst="ellipse">
            <a:avLst/>
          </a:prstGeom>
          <a:solidFill>
            <a:srgbClr val="BE123C"/>
          </a:solidFill>
          <a:ln w="12700">
            <a:solidFill>
              <a:srgbClr val="BE12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690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version-aware answers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493008" y="1097280"/>
            <a:ext cx="3108960" cy="4754880"/>
          </a:xfrm>
          <a:prstGeom prst="roundRect">
            <a:avLst>
              <a:gd name="adj" fmla="val 3529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675888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Docs-inator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94176" y="1764792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41648" y="171907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AI answers from your docs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94176" y="2359152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41648" y="231343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Instant, contextual responses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94176" y="2953512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41648" y="290779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Version-aware knowledge base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94176" y="3547872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41648" y="350215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gap detection reports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94176" y="4142232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41648" y="40965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search across all sources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94176" y="4736592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41648" y="469087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on query confidence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02920" y="6126480"/>
            <a:ext cx="6556248" cy="73152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618134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 sec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0080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response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313432" y="618134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2313432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isolation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986784" y="618134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5+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3986784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660136" y="618134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7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5660136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82880"/>
            <a:ext cx="6556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6556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 pipeline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6556248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27632"/>
            <a:ext cx="640080" cy="64008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27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63040" y="150876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Ingestion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1901952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PDFs, HTML, CHM, Markdown and plain-text files. The ingestor chunks, embeds with OpenAI, and stores vectors in pgvector.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60120" y="2834640"/>
            <a:ext cx="0" cy="182880"/>
          </a:xfrm>
          <a:prstGeom prst="line">
            <a:avLst/>
          </a:prstGeom>
          <a:noFill/>
          <a:ln w="25400">
            <a:solidFill>
              <a:srgbClr val="94A3B8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502920" y="3017520"/>
            <a:ext cx="6556248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3364992"/>
            <a:ext cx="640080" cy="64008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3649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324612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63040" y="3639312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(dense vector + BM25 keyword) finds the most relevant chunks. MMR re-ranking removes redundancy for diverse results.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60120" y="4572000"/>
            <a:ext cx="0" cy="182880"/>
          </a:xfrm>
          <a:prstGeom prst="line">
            <a:avLst/>
          </a:prstGeom>
          <a:noFill/>
          <a:ln w="25400">
            <a:solidFill>
              <a:srgbClr val="94A3B8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02920" y="4754880"/>
            <a:ext cx="6556248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102352"/>
            <a:ext cx="640080" cy="6400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51023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463040" y="498348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Answer Generation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5376672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LLMRouter selects OpenAI or Anthropic Claude. The answer is grounded in retrieved chunks — never hallucinated from training data alone.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60120" y="6309360"/>
            <a:ext cx="0" cy="182880"/>
          </a:xfrm>
          <a:prstGeom prst="line">
            <a:avLst/>
          </a:prstGeom>
          <a:noFill/>
          <a:ln w="25400">
            <a:solidFill>
              <a:srgbClr val="94A3B8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02920" y="6492240"/>
            <a:ext cx="6556248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" y="6839712"/>
            <a:ext cx="640080" cy="64008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839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463040" y="672084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&amp; Citations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63040" y="7114032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includes a confidence score and clickable source citations. Low-confidence responses trigger gap tracking automatically.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60120" y="8046720"/>
            <a:ext cx="0" cy="182880"/>
          </a:xfrm>
          <a:prstGeom prst="line">
            <a:avLst/>
          </a:prstGeom>
          <a:noFill/>
          <a:ln w="25400">
            <a:solidFill>
              <a:srgbClr val="94A3B8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02920" y="8229600"/>
            <a:ext cx="6556248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" y="8577072"/>
            <a:ext cx="640080" cy="6400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8577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1463040" y="845820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&amp; Analytics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463040" y="8851392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reports, version diffs, query heatmaps, and coverage metrics help teams continuously improve their documentation.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6556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3063240" cy="301752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051560"/>
            <a:ext cx="3063240" cy="8229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307592"/>
            <a:ext cx="502920" cy="50292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07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13258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vector + BM25 keyword search with MMR re-ranking. Finds relevant content even when exact keywords don't match.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0" y="1051560"/>
            <a:ext cx="3063240" cy="301752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0" y="1051560"/>
            <a:ext cx="3063240" cy="82296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40480" y="1307592"/>
            <a:ext cx="502920" cy="50292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0" y="1307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480560" y="13258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Multi-LLM Routing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196596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failover between OpenAI and Anthropic Claude. Circuit breaker prevents cascading failures.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4270248"/>
            <a:ext cx="3063240" cy="301752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4270248"/>
            <a:ext cx="3063240" cy="822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4526280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⊟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25880" y="454456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Mode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184648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upload personal documents and chat with them privately, separate from the shared knowledge base.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0" y="4270248"/>
            <a:ext cx="3063240" cy="301752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0" y="4270248"/>
            <a:ext cx="3063240" cy="8229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0480" y="4526280"/>
            <a:ext cx="502920" cy="5029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4048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80560" y="454456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Reports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840480" y="5184648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identifies documentation topics with insufficient coverage based on query failure patterns.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7488936"/>
            <a:ext cx="3063240" cy="301752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" y="7488936"/>
            <a:ext cx="3063240" cy="8229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5800" y="7744968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7744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◳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325880" y="7763256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Intelligence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85800" y="8403336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how documentation changed across product versions. Track answer evolution over time.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0" y="7488936"/>
            <a:ext cx="3063240" cy="301752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657600" y="7488936"/>
            <a:ext cx="3063240" cy="8229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40480" y="7744968"/>
            <a:ext cx="502920" cy="5029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40480" y="7744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4480560" y="7763256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840480" y="8403336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heatmaps, confidence trends, and low-quality query logs help optimize your documentation.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6556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&amp; Security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731520"/>
            <a:ext cx="6556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organizations that require auditability, isolation, and compliance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3063240" cy="393192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3063240" cy="5486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252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Multi-Tenancy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04088" y="1901952"/>
            <a:ext cx="164592" cy="16459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105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data isolation between tenants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04088" y="2651760"/>
            <a:ext cx="164592" cy="16459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Subdomain-based tenant resolution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4088" y="3401568"/>
            <a:ext cx="164592" cy="16459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3101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LLM &amp; S3 configuration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4088" y="4151376"/>
            <a:ext cx="164592" cy="16459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05993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Tenant-scoped rate limits and quotas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0" y="1188720"/>
            <a:ext cx="3063240" cy="393192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0" y="1188720"/>
            <a:ext cx="3063240" cy="5486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0" y="1252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858768" y="1901952"/>
            <a:ext cx="164592" cy="164592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69080" y="18105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Role-based: ADMIN, MEMBER, READ_ONLY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858768" y="2651760"/>
            <a:ext cx="164592" cy="164592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69080" y="2560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Document-level grants &amp; group policies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858768" y="3401568"/>
            <a:ext cx="164592" cy="164592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69080" y="33101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Invitation-only account creation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858768" y="4151376"/>
            <a:ext cx="164592" cy="164592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69080" y="405993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auth for integrations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5321808"/>
            <a:ext cx="3063240" cy="393192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02920" y="5321808"/>
            <a:ext cx="30632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5385816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04088" y="6035040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59436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Art. 20 — export user data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04088" y="6784848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669340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to erasure (data deletion)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04088" y="7534656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744321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log for admin actions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04088" y="8284464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81930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detection &amp; flagging pipeline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657600" y="5321808"/>
            <a:ext cx="3063240" cy="393192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657600" y="5321808"/>
            <a:ext cx="3063240" cy="5486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40480" y="5385816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858768" y="6035040"/>
            <a:ext cx="164592" cy="164592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069080" y="59436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 for all LLM calls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858768" y="6784848"/>
            <a:ext cx="164592" cy="164592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69080" y="669340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Redis-backed rate-limit counters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858768" y="7534656"/>
            <a:ext cx="164592" cy="164592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69080" y="744321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cache (SHA-256 keyed)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3858768" y="8284464"/>
            <a:ext cx="164592" cy="164592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69080" y="81930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endpoints &amp; Prometheus metrics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556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51560"/>
            <a:ext cx="6556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developers where they already work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063240" cy="3657600"/>
          </a:xfrm>
          <a:prstGeom prst="roundRect">
            <a:avLst>
              <a:gd name="adj" fmla="val 3582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08760"/>
            <a:ext cx="91440" cy="3657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Bot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9808" y="2231136"/>
            <a:ext cx="146304" cy="146304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1832" y="2130552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/docs slash command in any channel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49808" y="2889504"/>
            <a:ext cx="146304" cy="146304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1832" y="278892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@docs-inator mention anywhere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49808" y="3547872"/>
            <a:ext cx="146304" cy="146304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3447288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with source links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9808" y="4206240"/>
            <a:ext cx="146304" cy="146304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1832" y="4105656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API-key authenticated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0" y="1508760"/>
            <a:ext cx="3063240" cy="3657600"/>
          </a:xfrm>
          <a:prstGeom prst="roundRect">
            <a:avLst>
              <a:gd name="adj" fmla="val 3582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1508760"/>
            <a:ext cx="91440" cy="36576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86200" y="16916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Bot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904488" y="2231136"/>
            <a:ext cx="146304" cy="146304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96512" y="2130552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Card responses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904488" y="2889504"/>
            <a:ext cx="146304" cy="146304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96512" y="278892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@docs-inator or slash command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904488" y="3547872"/>
            <a:ext cx="146304" cy="146304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96512" y="3447288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channels &amp; DMs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904488" y="4206240"/>
            <a:ext cx="146304" cy="146304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96512" y="4105656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API key model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5440680"/>
            <a:ext cx="3063240" cy="3657600"/>
          </a:xfrm>
          <a:prstGeom prst="roundRect">
            <a:avLst>
              <a:gd name="adj" fmla="val 3582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5440680"/>
            <a:ext cx="91440" cy="36576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6235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Extension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49808" y="6163056"/>
            <a:ext cx="146304" cy="14630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1832" y="6062472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questions from the IDE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49808" y="6821424"/>
            <a:ext cx="146304" cy="14630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41832" y="672084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panel with chat history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49808" y="7479792"/>
            <a:ext cx="146304" cy="14630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1832" y="7379208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answer to clipboard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49808" y="8138160"/>
            <a:ext cx="146304" cy="14630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1832" y="8037576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Workspace-specific API keys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657600" y="5440680"/>
            <a:ext cx="3063240" cy="3657600"/>
          </a:xfrm>
          <a:prstGeom prst="roundRect">
            <a:avLst>
              <a:gd name="adj" fmla="val 3582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0" y="5440680"/>
            <a:ext cx="91440" cy="36576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86200" y="56235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Extension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904488" y="6163056"/>
            <a:ext cx="146304" cy="14630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096512" y="6062472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&amp; Edge (MV3)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904488" y="6821424"/>
            <a:ext cx="146304" cy="14630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96512" y="672084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 shortcut to open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3904488" y="7479792"/>
            <a:ext cx="146304" cy="14630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096512" y="7379208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any documentation site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3904488" y="8138160"/>
            <a:ext cx="146304" cy="14630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096512" y="8037576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popup chat UI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097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6556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Intelligence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04672"/>
            <a:ext cx="6556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improvement driven by real usage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6556248" cy="1627632"/>
          </a:xfrm>
          <a:prstGeom prst="roundRect">
            <a:avLst>
              <a:gd name="adj" fmla="val 674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82296" cy="16276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89888"/>
            <a:ext cx="6144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Gap Reports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783080"/>
            <a:ext cx="6144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analyses all low-confidence queries over a rolling period, identifies missing topics, and auto-generates structured documentation stubs — so technical writers know exactly what to write next.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990088"/>
            <a:ext cx="6556248" cy="1627632"/>
          </a:xfrm>
          <a:prstGeom prst="roundRect">
            <a:avLst>
              <a:gd name="adj" fmla="val 674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990088"/>
            <a:ext cx="82296" cy="162763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191256"/>
            <a:ext cx="6144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Heatmap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3584448"/>
            <a:ext cx="6144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which documents are cited most and least often in AI answers. Cold documents may be irrelevant or out-of-date; hot ones may need expansion to handle query volume.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791456"/>
            <a:ext cx="6556248" cy="1627632"/>
          </a:xfrm>
          <a:prstGeom prst="roundRect">
            <a:avLst>
              <a:gd name="adj" fmla="val 674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791456"/>
            <a:ext cx="82296" cy="16276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992624"/>
            <a:ext cx="6144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Intelligence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5385816"/>
            <a:ext cx="6144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confidence trend charts expose degrading answer quality before users complain. Failed-query logs with user context let teams reproduce and fix search failures.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6592824"/>
            <a:ext cx="6556248" cy="1627632"/>
          </a:xfrm>
          <a:prstGeom prst="roundRect">
            <a:avLst>
              <a:gd name="adj" fmla="val 674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6592824"/>
            <a:ext cx="82296" cy="16276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6793992"/>
            <a:ext cx="6144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Diff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7187184"/>
            <a:ext cx="6144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how answers change between product versions. Useful for release documentation reviews and tracking what changed for customers upgrading across major releases.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8394192"/>
            <a:ext cx="6556248" cy="1627632"/>
          </a:xfrm>
          <a:prstGeom prst="roundRect">
            <a:avLst>
              <a:gd name="adj" fmla="val 674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02920" y="8394192"/>
            <a:ext cx="82296" cy="16276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8595360"/>
            <a:ext cx="6144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8988552"/>
            <a:ext cx="6144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action logs for every admin event — tenant creation, user invitations, document access changes, and configuration updates — for compliance and security reviews.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051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6556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Start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6556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C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and running in minutes with Docker Compose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6556248" cy="1664208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67512" y="1371600"/>
            <a:ext cx="594360" cy="5943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371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353312"/>
            <a:ext cx="5504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&amp; Configure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417320" y="1755648"/>
            <a:ext cx="5504688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54480" y="1783080"/>
            <a:ext cx="52303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&lt;repo-url&gt; &amp;&amp; cp .env.example .env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Set JWT_SECRET, SECRETS_ENCRYPTION_KEY,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SEED_ADMIN_PASSWORD, and your OpenAI API key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3017520"/>
            <a:ext cx="6556248" cy="1664208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7512" y="3200400"/>
            <a:ext cx="594360" cy="5943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3200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3182112"/>
            <a:ext cx="5504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Stack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417320" y="3584448"/>
            <a:ext cx="5504688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54480" y="3611880"/>
            <a:ext cx="52303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PostgreSQL + pgvector, Redis, SeaweedFS,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document-ingestor, documentation-bot, React UI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846320"/>
            <a:ext cx="6556248" cy="1664208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7512" y="5029200"/>
            <a:ext cx="594360" cy="5943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5029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17320" y="5010912"/>
            <a:ext cx="5504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Documents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417320" y="5413248"/>
            <a:ext cx="5504688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4480" y="5440680"/>
            <a:ext cx="52303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Open http://localhost:3000 → Admin → Documents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Upload PDFs, HTML, CHM, Markdown, or plain text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Wait for status: COMPLETED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6675120"/>
            <a:ext cx="6556248" cy="1664208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67512" y="6858000"/>
            <a:ext cx="594360" cy="59436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68580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417320" y="6839712"/>
            <a:ext cx="5504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Asking Questions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417320" y="7242048"/>
            <a:ext cx="5504688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4480" y="7269480"/>
            <a:ext cx="52303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Open the chat interface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Ask a question about your documentation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See AI answers with confidence scores &amp; sources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8503920"/>
            <a:ext cx="6556248" cy="1664208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5400000">
              <a:srgbClr val="CCCCCC">
                <a:alpha val="7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67512" y="8686800"/>
            <a:ext cx="594360" cy="59436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8686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417320" y="8668512"/>
            <a:ext cx="5504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Integrations (optional)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417320" y="9070848"/>
            <a:ext cx="5504688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54480" y="9098280"/>
            <a:ext cx="52303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Create an API key: Admin → API Keys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Follow the Slack / Teams / VS Code setup guides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See docs/integrations.md for step-by-step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58000"/>
            <a:ext cx="7562088" cy="383133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961120"/>
            <a:ext cx="7562088" cy="172821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0"/>
            <a:ext cx="6556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transform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3108960"/>
            <a:ext cx="6556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documentation experience?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77240" y="4206240"/>
            <a:ext cx="60076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Docs-inator gives your team instant, accurate answers from your own documentation — with full auditability, multi-tenant isolation, and continuous gap analysis to keep your docs sharp.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0" y="5486400"/>
            <a:ext cx="2990088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5486400"/>
            <a:ext cx="29900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 → docs/getting-started.md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9326880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932688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691640" y="9326880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91640" y="932688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08960" y="9326880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08960" y="932688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26280" y="9326880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932688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Docker-Ready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0" y="9326880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0" y="932688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2920" y="9802368"/>
            <a:ext cx="6556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Docs-inator · AI Documentation Intelligence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Docs-inator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Docs-inator Overview</dc:title>
  <dc:subject>AI-Powered Documentation Intelligence</dc:subject>
  <dc:creator>Docs-inator</dc:creator>
  <cp:lastModifiedBy>Docs-inator</cp:lastModifiedBy>
  <cp:revision>1</cp:revision>
  <dcterms:created xsi:type="dcterms:W3CDTF">2026-08-17T13:39:18Z</dcterms:created>
  <dcterms:modified xsi:type="dcterms:W3CDTF">2026-08-17T13:39:18Z</dcterms:modified>
</cp:coreProperties>
</file>