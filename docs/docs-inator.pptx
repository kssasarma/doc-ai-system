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2532888" cy="3840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1618488" cy="2560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Docs-inator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4480560"/>
            <a:ext cx="6556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Documentation Intelligence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5212080"/>
            <a:ext cx="1463040" cy="347472"/>
          </a:xfrm>
          <a:prstGeom prst="roundRect">
            <a:avLst>
              <a:gd name="adj" fmla="val 3157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212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5212080"/>
            <a:ext cx="1463040" cy="347472"/>
          </a:xfrm>
          <a:prstGeom prst="roundRect">
            <a:avLst>
              <a:gd name="adj" fmla="val 3157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5212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03320" y="5212080"/>
            <a:ext cx="1463040" cy="347472"/>
          </a:xfrm>
          <a:prstGeom prst="roundRect">
            <a:avLst>
              <a:gd name="adj" fmla="val 3157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5212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5212080"/>
            <a:ext cx="1463040" cy="347472"/>
          </a:xfrm>
          <a:prstGeom prst="roundRect">
            <a:avLst>
              <a:gd name="adj" fmla="val 3157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5212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9784080"/>
            <a:ext cx="6556248" cy="0"/>
          </a:xfrm>
          <a:prstGeom prst="line">
            <a:avLst/>
          </a:prstGeom>
          <a:noFill/>
          <a:ln w="12700">
            <a:solidFill>
              <a:srgbClr val="4A5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9921240"/>
            <a:ext cx="6556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documentation search, gap analysis, and analytics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6556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Docs-inator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" y="1764792"/>
            <a:ext cx="219456" cy="21945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190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returns noise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4088" y="2359152"/>
            <a:ext cx="219456" cy="21945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134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waste hours hunting docs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953512"/>
            <a:ext cx="219456" cy="21945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907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struggle with 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" y="3547872"/>
            <a:ext cx="219456" cy="21945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5021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documentation gaps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" y="4142232"/>
            <a:ext cx="219456" cy="21945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0965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searches across wikis &amp; PDFs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" y="4736592"/>
            <a:ext cx="219456" cy="21945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690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version-aware answers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93008" y="109728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75888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Docs-inator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94176" y="176479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17190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AI answers from your docs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94176" y="235915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2313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contextual responses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94176" y="295351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41648" y="29077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Version-aware knowledge base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94176" y="354787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35021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gap detection reports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94176" y="414223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41648" y="40965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 across all sources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94176" y="473659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41648" y="46908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on query confidence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6126480"/>
            <a:ext cx="6556248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181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13432" y="6181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313432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86784" y="6181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986784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0136" y="6181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660136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6556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655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655624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640080" cy="6400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9019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PDFs, HTML, CHM, Markdown and plain-text files. The ingestor chunks, embeds with OpenAI, and stores vectors in pgvector.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28346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02920" y="3017520"/>
            <a:ext cx="655624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364992"/>
            <a:ext cx="640080" cy="640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2461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63931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(dense vector + BM25 keyword) finds the most relevant chunks. MMR re-ranking removes redundancy for diverse results.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457200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2920" y="4754880"/>
            <a:ext cx="655624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10235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4983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 Generation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37667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LLMRouter selects OpenAI or Anthropic Claude. The answer is grounded in retrieved chunks — never hallucinated from training data alone.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630936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02920" y="6492240"/>
            <a:ext cx="655624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6839712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839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63040" y="67208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Citations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711403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a confidence score and clickable source citations. Low-confidence responses trigger gap tracking automatically.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804672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02920" y="8229600"/>
            <a:ext cx="655624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857707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8577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63040" y="84582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Analytics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63040" y="88513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reports, version diffs, query heatmaps, and coverage metrics help teams continuously improve their documentation.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556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3063240" cy="30175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3063240" cy="822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07592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3258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 + BM25 keyword search with MMR re-ranking. Finds relevant content even when exact keywords don't match.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051560"/>
            <a:ext cx="3063240" cy="30175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051560"/>
            <a:ext cx="3063240" cy="8229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307592"/>
            <a:ext cx="502920" cy="502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13258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Routing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196596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between OpenAI and Anthropic Claude. Circuit breaker prevents cascading failures.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70248"/>
            <a:ext cx="3063240" cy="30175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270248"/>
            <a:ext cx="306324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5262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544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Mode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5184648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personal documents and chat with them privately, separate from the shared knowledge base.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4270248"/>
            <a:ext cx="3063240" cy="30175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4270248"/>
            <a:ext cx="3063240" cy="82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452628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80560" y="4544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5184648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documentation topics with insufficient coverage based on query failure patterns.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7488936"/>
            <a:ext cx="3063240" cy="30175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7488936"/>
            <a:ext cx="306324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774496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7744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◳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25880" y="776325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Intelligence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8403336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documentation changed across product versions. Track answer evolution over time.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7488936"/>
            <a:ext cx="3063240" cy="301752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0" y="7488936"/>
            <a:ext cx="306324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774496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7744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480560" y="776325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840480" y="8403336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heatmaps, confidence trends, and low-quality query logs help optimize your documentation.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556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Security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655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organizations that require auditability, isolation, and compliance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063240" cy="393192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3063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52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" y="1901952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05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isolation between tenants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651760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Subdomain-based tenant resolution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" y="340156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10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LLM configuration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" y="4151376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599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rate limits and quotas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1188720"/>
            <a:ext cx="3063240" cy="393192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1188720"/>
            <a:ext cx="3063240" cy="5486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252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58768" y="1901952"/>
            <a:ext cx="164592" cy="16459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8105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Role-based: ADMIN, MEMBER, READ_ONLY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58768" y="2651760"/>
            <a:ext cx="164592" cy="16459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Document-level grants &amp; group policies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58768" y="3401568"/>
            <a:ext cx="164592" cy="16459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3310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Invitation-only account creation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58768" y="4151376"/>
            <a:ext cx="164592" cy="16459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40599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 for integrations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321808"/>
            <a:ext cx="3063240" cy="393192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5321808"/>
            <a:ext cx="30632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38581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4088" y="60350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943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20 — export user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" y="67848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6693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 (data deletion)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" y="75346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744321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for admin actions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4088" y="82844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8193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&amp; flagging pipeline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0" y="5321808"/>
            <a:ext cx="3063240" cy="393192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0" y="5321808"/>
            <a:ext cx="3063240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538581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858768" y="6035040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69080" y="5943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for all LLM calls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58768" y="6784848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66934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rate-limit counters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58768" y="7534656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69080" y="744321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 (SHA-256 keyed)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858768" y="8284464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69080" y="81930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endpoints &amp; Prometheus metrics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556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6556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developers where they already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063240" cy="365760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91440" cy="3657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2231136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3055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 slash command in any channel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2889504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7889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@docs-inator mention anywhere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354787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4472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source links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4206240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410565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authenticated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1508760"/>
            <a:ext cx="3063240" cy="365760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508760"/>
            <a:ext cx="91440" cy="3657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Bot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04488" y="2231136"/>
            <a:ext cx="146304" cy="1463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6512" y="213055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Card responses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04488" y="2889504"/>
            <a:ext cx="146304" cy="1463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27889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@docs-inator or slash command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04488" y="3547872"/>
            <a:ext cx="146304" cy="1463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34472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channels &amp; DMs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04488" y="4206240"/>
            <a:ext cx="146304" cy="1463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6512" y="410565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key model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5440680"/>
            <a:ext cx="3063240" cy="365760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440680"/>
            <a:ext cx="91440" cy="3657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623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" y="616305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60624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from the IDE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9808" y="6821424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67208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panel with chat history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" y="747979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73792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answer to clipboard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9808" y="813816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803757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Workspace-specific API keys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0" y="5440680"/>
            <a:ext cx="3063240" cy="365760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0" y="5440680"/>
            <a:ext cx="91440" cy="3657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5623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904488" y="616305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6512" y="60624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&amp; Edge (MV3)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904488" y="682142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96512" y="67208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 to open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904488" y="7479792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96512" y="73792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documentation site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904488" y="813816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96512" y="803757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popup chat UI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556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driven by real usage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6556248" cy="1627632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82296" cy="16276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89888"/>
            <a:ext cx="6144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Gap Reports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614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analyses all low-confidence queries over a rolling period, identifies missing topics, and auto-generates structured documentation stubs — so technical writers know exactly what to write next.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990088"/>
            <a:ext cx="6556248" cy="1627632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990088"/>
            <a:ext cx="82296" cy="162763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91256"/>
            <a:ext cx="6144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Heatmap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584448"/>
            <a:ext cx="614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documents are cited most and least often in AI answers. Cold documents may be irrelevant or out-of-date; hot ones may need expansion to handle query volume.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791456"/>
            <a:ext cx="6556248" cy="1627632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4791456"/>
            <a:ext cx="82296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992624"/>
            <a:ext cx="6144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385816"/>
            <a:ext cx="614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confidence trend charts expose degrading answer quality before users complain. Failed-query logs with user context let teams reproduce and fix search failures.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6592824"/>
            <a:ext cx="6556248" cy="1627632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6592824"/>
            <a:ext cx="82296" cy="16276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793992"/>
            <a:ext cx="6144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Diff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7187184"/>
            <a:ext cx="614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answers change between product versions. Useful for release documentation reviews and tracking what changed for customers upgrading across major releases.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8394192"/>
            <a:ext cx="6556248" cy="1627632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8394192"/>
            <a:ext cx="82296" cy="16276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8595360"/>
            <a:ext cx="6144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8988552"/>
            <a:ext cx="6144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action logs for every admin event — tenant creation, user invitations, document access changes, and configuration updates — for compliance and security reviews.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556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6556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and running in minutes with Docker Compose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655624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37160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35331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Configure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17320" y="1755648"/>
            <a:ext cx="550468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783080"/>
            <a:ext cx="5230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&lt;repo-url&gt; &amp;&amp; cp .env.example .env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JWT_SECRET, SECRETS_ENCRYPTION_KEY,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SEED_ADMIN_PASSWORD, and your OpenAI API key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655624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" y="3200400"/>
            <a:ext cx="594360" cy="5943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18211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Stack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17320" y="3584448"/>
            <a:ext cx="550468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611880"/>
            <a:ext cx="5230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PostgreSQL + pgvector, Redis, SeaweedFS,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document-ingestor, documentation-bot, React UI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846320"/>
            <a:ext cx="655624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" y="5029200"/>
            <a:ext cx="594360" cy="5943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501091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Documents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17320" y="5413248"/>
            <a:ext cx="550468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5440680"/>
            <a:ext cx="5230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http://localhost:3000 → Admin → Documents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Upload PDFs, HTML, CHM, Markdown, or plain text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Wait for status: COMPLETED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6675120"/>
            <a:ext cx="655624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" y="685800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6858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683971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Asking Questions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417320" y="7242048"/>
            <a:ext cx="550468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7269480"/>
            <a:ext cx="5230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the chat interface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Ask a question about your documentation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AI answers with confidence scores &amp; sources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8503920"/>
            <a:ext cx="655624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CCCCCC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7512" y="868680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8686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17320" y="866851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Integrations (optional)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417320" y="9070848"/>
            <a:ext cx="5504688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54480" y="9098280"/>
            <a:ext cx="5230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an API key: Admin → API Keys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Follow the Slack / Teams / VS Code setup guides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docs/integrations.md for step-by-step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0"/>
            <a:ext cx="7562088" cy="3831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0"/>
            <a:ext cx="7562088" cy="172821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0"/>
            <a:ext cx="6556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108960"/>
            <a:ext cx="6556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documentation experience?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4206240"/>
            <a:ext cx="6007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Docs-inator gives your team instant, accurate answers from your own documentation — with full auditability, multi-tenant isolation, and continuous gap analysis to keep your docs sharp.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5486400"/>
            <a:ext cx="2990088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548640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→ docs/getting-started.md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9326880"/>
            <a:ext cx="1280160" cy="347472"/>
          </a:xfrm>
          <a:prstGeom prst="roundRect">
            <a:avLst>
              <a:gd name="adj" fmla="val 31579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326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91640" y="9326880"/>
            <a:ext cx="1280160" cy="347472"/>
          </a:xfrm>
          <a:prstGeom prst="roundRect">
            <a:avLst>
              <a:gd name="adj" fmla="val 31579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9326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8960" y="9326880"/>
            <a:ext cx="1280160" cy="347472"/>
          </a:xfrm>
          <a:prstGeom prst="roundRect">
            <a:avLst>
              <a:gd name="adj" fmla="val 31579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9326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9326880"/>
            <a:ext cx="1280160" cy="347472"/>
          </a:xfrm>
          <a:prstGeom prst="roundRect">
            <a:avLst>
              <a:gd name="adj" fmla="val 31579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9326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Docker-Ready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9326880"/>
            <a:ext cx="1280160" cy="347472"/>
          </a:xfrm>
          <a:prstGeom prst="roundRect">
            <a:avLst>
              <a:gd name="adj" fmla="val 31579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9326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9802368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Docs-inator · AI Documentation Intelligence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Docs-inator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Docs-inator Overview</dc:title>
  <dc:subject>AI-Powered Documentation Intelligence</dc:subject>
  <dc:creator>Docs-inator</dc:creator>
  <cp:lastModifiedBy>Docs-inator</cp:lastModifiedBy>
  <cp:revision>1</cp:revision>
  <dcterms:created xsi:type="dcterms:W3CDTF">2026-08-17T13:39:18Z</dcterms:created>
  <dcterms:modified xsi:type="dcterms:W3CDTF">2026-08-17T13:39:18Z</dcterms:modified>
</cp:coreProperties>
</file>