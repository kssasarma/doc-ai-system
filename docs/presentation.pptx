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Docs-inator is a self-hosted, multi-tenant RAG platform. Core differentiator: answers grounded in your documentation only — no open-web hallucinations. Configured fully per-tenant; no shared platform LLM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problems: (1) documentation sprawl slowing engineers, (2) un-cited answers failing support, (3) LLM hallucination destroying trust. Docs-inator is designed around solving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Five-step pipeline: Ask, Retrieve, Route, Generate, Cite. Every request is tenant-scoped, rate-limited, auth-checked, and ACL-filtered before retrieval begins. The LLM sees only retrieved chunks — no open internet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Four-tier architecture: Client layer → nginx ingress → two Spring Boot services (doc-bot for chat/auth/intelligence, doc-ingestor for pipeline/storage) → data layer (PostgreSQL+pgvector, Redis, SeaweedFS). AI providers are per-tenant and never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Eight-stage pipeline: tenant resolution → rate limit → auth → ACL scope → hybrid retrieval → LLM routing → answer generation → cited response. Each stage enforces isolation — a user from tenant A can never see tenant B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intelligence features: multi-hop reasoning, people-also-asked, auto-FAQ, version diff, gap reports, and answer evolution timeline. All are implemented as separate service classes; each can be enabled/disabled per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pillars: multi-tenancy (row-level isolation, JWT authority, invitation-only), authentication (JWT + API keys + OIDC + lockout + rate-limiting), GDPR compliance (erasure Art.17 + export Art.20 + PII detection + audit log). All LLM keys AES-256-GCM encrypted at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integration points: Slack, Teams, Chrome/Edge extension, VS Code extension, CI/CD webhooks, and source connectors. All client integrations authenticate via API keys (dak_ prefix). Webhooks are HMAC-SHA-256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deployment modes: Docker Compose (dev), raw K8s manifests (production), Helm chart (enterprise). Observability: Prometheus metrics, Grafana, structured JSON logs with trace IDs, nightly pg_dump to 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architectural decisions: shared pgvector (no vector DB), row-level tenancy, hybrid retrieval, model-keyed embedding cache, per-tenant LLM keys, and a pluggable ACL seam. Each is a deliberate tradeoff, not an accident.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Quick-start: clone, set two secrets in .env, docker compose up. All 6 services start. Documentation lives in /docs — architecture, API reference, deployment, and security guides are all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3291840"/>
            <a:ext cx="4389120" cy="4389120"/>
          </a:xfrm>
          <a:prstGeom prst="ellipse">
            <a:avLst/>
          </a:prstGeom>
          <a:solidFill>
            <a:srgbClr val="0D1A30"/>
          </a:solidFill>
          <a:ln w="12700">
            <a:solidFill>
              <a:srgbClr val="1E3A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-2468880"/>
            <a:ext cx="2743200" cy="2743200"/>
          </a:xfrm>
          <a:prstGeom prst="ellipse">
            <a:avLst/>
          </a:prstGeom>
          <a:solidFill>
            <a:srgbClr val="091020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01400" y="-1783080"/>
            <a:ext cx="1371600" cy="13716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8872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DOCUMENTATION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Docs-inator</a:t>
            </a:r>
            <a:endParaRPr lang="en-US" sz="74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 about your product.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cited, grounded answers — not open-web hallucinations.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1828800" cy="384048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4572000"/>
            <a:ext cx="1828800" cy="384048"/>
          </a:xfrm>
          <a:prstGeom prst="rect">
            <a:avLst/>
          </a:prstGeom>
          <a:solidFill>
            <a:srgbClr val="0D1A30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4572000"/>
            <a:ext cx="1828800" cy="384048"/>
          </a:xfrm>
          <a:prstGeom prst="rect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4572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RAG-powered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230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4  ·  pgvector  ·  OpenAI / Anthropic  ·  Kubernetes-ready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5989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Team Presentation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unsolved pain points that cost engineering and support teams every week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3145536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691640"/>
            <a:ext cx="3145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11480" y="306324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05840" y="3547872"/>
            <a:ext cx="1956816" cy="36576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3675888"/>
            <a:ext cx="27797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hours weekly searching through scattered, version-confused, outdated documentation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67328" y="1536192"/>
            <a:ext cx="3145536" cy="5029200"/>
          </a:xfrm>
          <a:prstGeom prst="rect">
            <a:avLst/>
          </a:prstGeom>
          <a:solidFill>
            <a:srgbClr val="0E1A14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67328" y="1691640"/>
            <a:ext cx="3145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4×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3767328" y="306324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resolution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1688" y="3547872"/>
            <a:ext cx="1956816" cy="36576"/>
          </a:xfrm>
          <a:prstGeom prst="rect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50208" y="3675888"/>
            <a:ext cx="27797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support teams lack cited, product-specific answers and fall back to guesswork or escalation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23176" y="1536192"/>
            <a:ext cx="3145536" cy="5029200"/>
          </a:xfrm>
          <a:prstGeom prst="rect">
            <a:avLst/>
          </a:prstGeom>
          <a:solidFill>
            <a:srgbClr val="181108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123176" y="1691640"/>
            <a:ext cx="31455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CD3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7123176" y="306324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in AI answers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17536" y="3547872"/>
            <a:ext cx="1956816" cy="36576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06056" y="3675888"/>
            <a:ext cx="27797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LLM hallucinates from the open web rather than from your product's own verified docs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858000"/>
            <a:ext cx="9774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Docs-inator solves all three with hybrid retrieval, grounded generation, and multi-tenant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plain-language question to cited answer — in under 2 seconds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02920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in plain English via Web UI, Slack, Teams, VS Code, or REST API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0" y="3986784"/>
            <a:ext cx="128016" cy="73152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59736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81528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459736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2551176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dense + lexical search, RRF fusion, MMR re-ranking — scoped to tenant ACL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34256" y="3986784"/>
            <a:ext cx="128016" cy="7315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0EA5E9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129784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9784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07992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599432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LLMRouter selects provider and model from tenant's own encrypted AI config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82512" y="3986784"/>
            <a:ext cx="128016" cy="7315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56248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78040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56248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6647688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synthesises answer grounded strictly in retrieved document chunks (≥ 0.55 similarity)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30768" y="3986784"/>
            <a:ext cx="128016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04504" y="1508760"/>
            <a:ext cx="1828800" cy="5029200"/>
          </a:xfrm>
          <a:prstGeom prst="rect">
            <a:avLst/>
          </a:prstGeom>
          <a:solidFill>
            <a:srgbClr val="0D1A30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226296" y="1719072"/>
            <a:ext cx="585216" cy="585216"/>
          </a:xfrm>
          <a:prstGeom prst="ellipse">
            <a:avLst/>
          </a:prstGeom>
          <a:solidFill>
            <a:srgbClr val="060C1A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26296" y="17190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604504" y="24505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Cite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8695944" y="3072384"/>
            <a:ext cx="1645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 + confidence score (HIGH/MED/LOW) + 3 follow-up suggestions returned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74320" y="11155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274320" y="142646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42646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Web UI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231136" y="172821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24942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2494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Bot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31136" y="255117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07238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307238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Bot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31136" y="337413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89534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389534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31136" y="419709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4718304"/>
            <a:ext cx="192024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471830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Edge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231136" y="5020056"/>
            <a:ext cx="25603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23744" y="2971800"/>
            <a:ext cx="1417320" cy="987552"/>
          </a:xfrm>
          <a:prstGeom prst="rect">
            <a:avLst/>
          </a:prstGeom>
          <a:solidFill>
            <a:srgbClr val="FEFCE8"/>
          </a:solidFill>
          <a:ln w="12700">
            <a:solidFill>
              <a:srgbClr val="CA8A0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23744" y="2971800"/>
            <a:ext cx="1417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13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713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· TLS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77640" y="2542032"/>
            <a:ext cx="274320" cy="54864"/>
          </a:xfrm>
          <a:prstGeom prst="rect">
            <a:avLst/>
          </a:prstGeom>
          <a:solidFill>
            <a:srgbClr val="F5700E"/>
          </a:solidFill>
          <a:ln w="12700">
            <a:solidFill>
              <a:srgbClr val="F5700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77640" y="5010912"/>
            <a:ext cx="274320" cy="54864"/>
          </a:xfrm>
          <a:prstGeom prst="rect">
            <a:avLst/>
          </a:prstGeom>
          <a:solidFill>
            <a:srgbClr val="CA8A04"/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79392" y="1280160"/>
            <a:ext cx="2971800" cy="256032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279392" y="128016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documentation-bot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79392" y="17556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  ·  Spring Boot 4 / Java 21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07408" y="20665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Chat + Auth + OIDC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07408" y="241401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Hybrid Vector Search + RRF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07408" y="276148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LLMRouter  (OpenAI / Anthropic)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407408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Multi-hop Intelligence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407408" y="345643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Multi-tenancy + GDPR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79392" y="3977640"/>
            <a:ext cx="2971800" cy="2304288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3977640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document-ingestor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279392" y="445312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:8081  ·  Spring Boot 4 / Java 21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407408" y="47731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Tika Parser → Markdown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407408" y="51023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PII Detection + Quarantine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407408" y="54315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Semantic Chunker  (800 tok / 100 overlap)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407408" y="57607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OpenAI Embedding  (1536-dim)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452360" y="128016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452360" y="1600200"/>
            <a:ext cx="2962656" cy="111556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52360" y="160020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pgvector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452360" y="2167128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 index  ·  1536-dim vectors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223760" y="2121408"/>
            <a:ext cx="182880" cy="5486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52360" y="3108960"/>
            <a:ext cx="2962656" cy="111556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52360" y="310896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314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452360" y="3675888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cache  ·  Rate-limit tokens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223760" y="3630168"/>
            <a:ext cx="182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2360" y="4617720"/>
            <a:ext cx="2962656" cy="1115568"/>
          </a:xfrm>
          <a:prstGeom prst="ellipse">
            <a:avLst/>
          </a:prstGeom>
          <a:solidFill>
            <a:srgbClr val="EDE9FE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4617720"/>
            <a:ext cx="29626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B07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SeaweedFS / S3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7452360" y="5184648"/>
            <a:ext cx="2962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binary storage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223760" y="5138928"/>
            <a:ext cx="182880" cy="5486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6446520"/>
            <a:ext cx="10140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PROVIDERS  —  per-tenant encrypted keys, no shared platform key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4320" y="6748272"/>
            <a:ext cx="5065776" cy="50292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4320" y="6748272"/>
            <a:ext cx="5065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51A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 (GPT-4o  ·  text-embedding-3-small)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522976" y="6748272"/>
            <a:ext cx="5065776" cy="502920"/>
          </a:xfrm>
          <a:prstGeom prst="rect">
            <a:avLst/>
          </a:prstGeom>
          <a:solidFill>
            <a:srgbClr val="FFF1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22976" y="6748272"/>
            <a:ext cx="5065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C05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 (Claude Sonnet)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Query Pipeline — Every Request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stages from HTTP request to cited response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609344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53619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Resolution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195681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tenant_id resolved from JWT — cannot be overridden by header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" y="2130552"/>
            <a:ext cx="64008" cy="5029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3054096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054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D3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98094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34015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Bucket4j + Redis  ·  30 req/min per user across replicas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" y="3575304"/>
            <a:ext cx="64008" cy="5029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4498848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4498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42569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Check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05840" y="48463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(HS512)  ·  API Key (dak_ prefix, SHA-256)  ·  OIDC JIT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5216" y="5020056"/>
            <a:ext cx="64008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5943600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5943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05840" y="5870448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Scope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629107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+ group document grants → SearchScope (tenant + doc IDs)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0" y="1609344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09360" y="153619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1956816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cosine HNSW + lexical tsvector → RRF fusion → MMR re-rank (top-7)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888736" y="2130552"/>
            <a:ext cx="64008" cy="5029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3054096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3054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FDB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309360" y="298094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Routing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09360" y="340156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→ mini model  ·  complex → full model  ·  per-tenant key, AES-256-GCM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88736" y="3575304"/>
            <a:ext cx="64008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0" y="4498848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498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309360" y="4425696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309360" y="48463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0.55 similarity threshold  ·  Resilience4j CB + bulkhead (5 concurrent)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888736" y="5020056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0" y="5943600"/>
            <a:ext cx="512064" cy="512064"/>
          </a:xfrm>
          <a:prstGeom prst="ellipse">
            <a:avLst/>
          </a:prstGeom>
          <a:solidFill>
            <a:srgbClr val="0D1A30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5943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309360" y="5870448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Response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309360" y="629107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 (doc · chunk · excerpt · relevance) + confidence + follow-ups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 Features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basic Q&amp;A — six capabilities that make Docs-inator a knowledge assistant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3163824" cy="265176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37360"/>
            <a:ext cx="292608" cy="29260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66420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76072" y="228600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complex questions into sub-queries, resolves each independently, synthesises a final grounded answer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62756" y="1536192"/>
            <a:ext cx="3163824" cy="2651760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27348" y="1737360"/>
            <a:ext cx="292608" cy="29260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9684" y="166420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Also Asked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27348" y="228600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generation of related questions from query log patterns — surfaces what users typically need next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14032" y="1536192"/>
            <a:ext cx="3163824" cy="2651760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78624" y="1737360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166420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Auto-FAQ Generator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278624" y="228600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recurring query patterns into FAQ entries with auto-drafted answers from the doc corpus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4416552"/>
            <a:ext cx="3163824" cy="265176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4617720"/>
            <a:ext cx="292608" cy="29260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5445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Diff Answers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76072" y="516636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version references in questions and compares retrieved chunks across two product versions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62756" y="4416552"/>
            <a:ext cx="3163824" cy="2651760"/>
          </a:xfrm>
          <a:prstGeom prst="rect">
            <a:avLst/>
          </a:prstGeom>
          <a:solidFill>
            <a:srgbClr val="FFF1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27348" y="4617720"/>
            <a:ext cx="292608" cy="29260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29684" y="45445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Gap Reports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927348" y="516636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topics users ask about but the documentation does not cover — turns silence into a content roadmap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14032" y="4416552"/>
            <a:ext cx="3163824" cy="2651760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78624" y="4617720"/>
            <a:ext cx="292608" cy="29260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45445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Evolution Timeline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78624" y="5166360"/>
            <a:ext cx="2834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how the best answer to a question has changed over time as documents are updated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Security &amp; Compliance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11480" y="1051560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1856232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isolation on every table (tenant_id)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11480" y="2843784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724912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claim is authoritative — not overridable by header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3831336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712464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Invitation-only signup — no self-registration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4818888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00016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ContextPropagatingTaskDecorator for async thread safety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1480" y="5806440"/>
            <a:ext cx="164592" cy="164592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687568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AI &amp; S3 config: provider, model, key, endpoint, storage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762756" y="1051560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762756" y="1856232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7076" y="1737360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(HS512, access + refresh rotation)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62756" y="2843784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37076" y="2724912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Keys: dak_ prefix, SHA-256 hashed at rest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762756" y="3831336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37076" y="3712464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/ SSO with JIT provisioning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62756" y="4818888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37076" y="4700016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lockout on failed attempts (locked_until)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762756" y="5806440"/>
            <a:ext cx="164592" cy="16459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37076" y="5687568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Bucket4j + Redis (30 req/min default)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14032" y="1051560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GDPR &amp; Compliance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114032" y="1856232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88352" y="1737360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17 right-to-erasure (7-day grace, nightly @3am)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114032" y="2843784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88352" y="2724912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20 data export — full user data as JSON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114032" y="3831336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88352" y="3712464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detection: SSN, CC, AWS keys, email, phone, IP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114032" y="4818888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88352" y="4700016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workflow for flagged documents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114032" y="5806440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88352" y="5687568"/>
            <a:ext cx="2834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audit_log with actor, action, target, metadata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1480" y="6675120"/>
            <a:ext cx="9866376" cy="475488"/>
          </a:xfrm>
          <a:prstGeom prst="rect">
            <a:avLst/>
          </a:prstGeom>
          <a:solidFill>
            <a:srgbClr val="0D1A3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6675120"/>
            <a:ext cx="9500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keys encrypted at rest with AES-256-GCM (random 12-byte IV)  ·  S3 credentials encrypted at rest  ·  Webhook HMAC-SHA-256 verified  ·  SSRF protection on all URL fetches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Integrations Ecosystem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1115568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users where they already work — six integration points, zero context switching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536192"/>
            <a:ext cx="3163824" cy="2651760"/>
          </a:xfrm>
          <a:prstGeom prst="rect">
            <a:avLst/>
          </a:prstGeom>
          <a:solidFill>
            <a:srgbClr val="FAF5FF"/>
          </a:solidFill>
          <a:ln w="12700">
            <a:solidFill>
              <a:srgbClr val="4A15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536192"/>
            <a:ext cx="3163824" cy="475488"/>
          </a:xfrm>
          <a:prstGeom prst="rect">
            <a:avLst/>
          </a:prstGeom>
          <a:solidFill>
            <a:srgbClr val="4A154B"/>
          </a:solidFill>
          <a:ln w="12700">
            <a:solidFill>
              <a:srgbClr val="4A15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9496" y="153619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Bot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9496" y="210312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 framework (Socket Mode + HTTP). Ask in any channel; App Home shows session history and citations.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62756" y="1536192"/>
            <a:ext cx="3163824" cy="2651760"/>
          </a:xfrm>
          <a:prstGeom prst="rect">
            <a:avLst/>
          </a:prstGeom>
          <a:solidFill>
            <a:srgbClr val="F0F1FF"/>
          </a:solidFill>
          <a:ln w="12700">
            <a:solidFill>
              <a:srgbClr val="464E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62756" y="1536192"/>
            <a:ext cx="3163824" cy="475488"/>
          </a:xfrm>
          <a:prstGeom prst="rect">
            <a:avLst/>
          </a:prstGeom>
          <a:solidFill>
            <a:srgbClr val="464EB8"/>
          </a:solidFill>
          <a:ln w="12700">
            <a:solidFill>
              <a:srgbClr val="464E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90772" y="153619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Teams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90772" y="210312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Framework SDK. Responds in message threads; adaptive cards surface key citations inline.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14032" y="1536192"/>
            <a:ext cx="3163824" cy="2651760"/>
          </a:xfrm>
          <a:prstGeom prst="rect">
            <a:avLst/>
          </a:prstGeom>
          <a:solidFill>
            <a:srgbClr val="EFF6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536192"/>
            <a:ext cx="3163824" cy="4754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42048" y="153619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Edge Ext.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242048" y="210312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V3 (background service worker + content script). Query docs on any page without leaving the browser.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4416552"/>
            <a:ext cx="3163824" cy="2651760"/>
          </a:xfrm>
          <a:prstGeom prst="rect">
            <a:avLst/>
          </a:prstGeom>
          <a:solidFill>
            <a:srgbClr val="E8F7FF"/>
          </a:solidFill>
          <a:ln w="12700">
            <a:solidFill>
              <a:srgbClr val="007A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4416552"/>
            <a:ext cx="3163824" cy="475488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" y="441655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39496" y="498348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WebviewViewProvider panel in the editor. Ask questions while writing code — answers land in the sidebar.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62756" y="4416552"/>
            <a:ext cx="3163824" cy="2651760"/>
          </a:xfrm>
          <a:prstGeom prst="rect">
            <a:avLst/>
          </a:prstGeom>
          <a:solidFill>
            <a:srgbClr val="F0FDF4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62756" y="4416552"/>
            <a:ext cx="3163824" cy="475488"/>
          </a:xfrm>
          <a:prstGeom prst="rect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90772" y="441655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CD Webhooks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890772" y="498348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HMAC-SHA-256 verified push events. Docs update automatically on merge — no manual re-upload needed.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14032" y="4416552"/>
            <a:ext cx="3163824" cy="2651760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14032" y="4416552"/>
            <a:ext cx="3163824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4416552"/>
            <a:ext cx="2907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Connectors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42048" y="4983480"/>
            <a:ext cx="290779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 Cloud, GitHub/GitLab webhook, directory watcher. Scheduled sync with de-duplication via SHA-256 hash.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&amp; Operations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3163824" cy="347472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5156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60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SMALL TEAM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11480" y="1399032"/>
            <a:ext cx="3163824" cy="4663440"/>
          </a:xfrm>
          <a:prstGeom prst="rect">
            <a:avLst/>
          </a:prstGeom>
          <a:solidFill>
            <a:srgbClr val="0D1A3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5087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76072" y="21396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command. All services.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6072" y="2542032"/>
            <a:ext cx="2834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-d --build starts 6 services (Postgres, Redis, SeaweedFS, 2 Java services, React frontend). Healthy in ~90 seconds. Bots via --profile bots.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62756" y="1051560"/>
            <a:ext cx="3163824" cy="34747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62756" y="105156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60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62756" y="1399032"/>
            <a:ext cx="3163824" cy="4663440"/>
          </a:xfrm>
          <a:prstGeom prst="rect">
            <a:avLst/>
          </a:prstGeom>
          <a:solidFill>
            <a:srgbClr val="0D1A3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27348" y="15087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3927348" y="21396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raw manifests in /k8s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27348" y="2542032"/>
            <a:ext cx="2834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 for Postgres, Deployments, PodDisruptionBudgets, NetworkPolicy (default-deny), ExternalSecrets / SealedSecrets, nightly pg_dump CronJob to S3.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14032" y="1051560"/>
            <a:ext cx="3163824" cy="347472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14032" y="105156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60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14032" y="1399032"/>
            <a:ext cx="3163824" cy="4663440"/>
          </a:xfrm>
          <a:prstGeom prst="rect">
            <a:avLst/>
          </a:prstGeom>
          <a:solidFill>
            <a:srgbClr val="0D1A30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78624" y="1508760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4B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Helm Chart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7278624" y="2139696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parameterised in /helm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78624" y="2542032"/>
            <a:ext cx="28346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chart version, values override everything. HPA (min 2, max 10 for bot-service), NetworkPolicy toggle, configurable resources and replica counts per environment.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62362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1480" y="6601968"/>
            <a:ext cx="9866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Actuator + Prometheus metrics  ·  Grafana dashboards (JVM 4701, Spring 11378, HikariCP 7103, Redis 763)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11480" y="7040880"/>
            <a:ext cx="9866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Structured JSON logging (tenant_id + user_id + trace_id on every line)  ·  Dynamic log levels via Actuator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Technical Decisions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1480" y="1097280"/>
            <a:ext cx="4818888" cy="1847088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76072" y="1207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 — no separate vector DB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76072" y="1901952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consistency between relational and vector data; no extra infra, no sync lag between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58968" y="1097280"/>
            <a:ext cx="4818888" cy="1847088"/>
          </a:xfrm>
          <a:prstGeom prst="rect">
            <a:avLst/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23560" y="1207008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isolation, not schema-per-tenant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23560" y="1901952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Flyway migrations at current scale; upgrade path to schema-per-tenant is open without data migration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099816"/>
            <a:ext cx="4818888" cy="1847088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32095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dense + lexical retrieval with RRF fusion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6072" y="3904488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handles semantic paraphrases; lexical handles exact model names and version strings; RRF fusion wins both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58968" y="3099816"/>
            <a:ext cx="4818888" cy="184708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3560" y="32095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cache keyed SHA-256(model + query text)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23560" y="3904488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invalidates automatically on model change — no explicit invalidation logic needed anywhere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5102352"/>
            <a:ext cx="4818888" cy="1847088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072" y="521208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LLM key &amp; bring-your-own S3 storage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" y="5907024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tenant owns their AI spend and document storage. S3 bucket, region, and credentials are configured per-tenant and encrypted at rest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58968" y="5102352"/>
            <a:ext cx="4818888" cy="1847088"/>
          </a:xfrm>
          <a:prstGeom prst="rect">
            <a:avLst/>
          </a:prstGeom>
          <a:solidFill>
            <a:srgbClr val="FFF1F2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23560" y="5212080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GrantBasedDocumentAccessPolicy as sole ACL seam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5907024"/>
            <a:ext cx="44805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access model (ABAC, RBAC) requires only a new implementation — zero changes to retrieval code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3291840"/>
            <a:ext cx="4389120" cy="4389120"/>
          </a:xfrm>
          <a:prstGeom prst="ellipse">
            <a:avLst/>
          </a:prstGeom>
          <a:solidFill>
            <a:srgbClr val="0D1A30"/>
          </a:solidFill>
          <a:ln w="12700">
            <a:solidFill>
              <a:srgbClr val="1E3A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15600" y="-2468880"/>
            <a:ext cx="2743200" cy="2743200"/>
          </a:xfrm>
          <a:prstGeom prst="ellipse">
            <a:avLst/>
          </a:prstGeom>
          <a:solidFill>
            <a:srgbClr val="091020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01400" y="-1783080"/>
            <a:ext cx="1371600" cy="13716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058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DOCS-INATOR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and Running in 90 Seconds</a:t>
            </a:r>
            <a:endParaRPr lang="en-US" sz="50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9509760" cy="1737360"/>
          </a:xfrm>
          <a:prstGeom prst="rect">
            <a:avLst/>
          </a:prstGeom>
          <a:solidFill>
            <a:srgbClr val="0D1A3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62072"/>
            <a:ext cx="9144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 &amp;&amp;  cd doc-ai-system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           # set JWT_SECRET, SECRETS_ENCRYPTION_KEY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  # all 6 services — healthy in ~90 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681728"/>
            <a:ext cx="9601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http://localhost:3000  ·  Log in as admin  ·  Configure AI in Settings  ·  Upload a doc  ·  Ask anything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docs/architecture.md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Reference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0632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docs/api-reference.md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5778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docs/deployment.md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92440" y="5321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092440" y="55961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docs/security.md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29107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2026-08-17T05:35:24Z</dcterms:created>
  <dcterms:modified xsi:type="dcterms:W3CDTF">2026-08-17T05:35:24Z</dcterms:modified>
</cp:coreProperties>
</file>