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Docs-inator is a self-hosted, multi-tenant RAG platform. Core differentiator: answers grounded in your documentation only — no open-web hallucinations. Configured fully per-tenant; no shared platform LLM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problems: (1) documentation sprawl slowing engineers, (2) un-cited answers failing support, (3) LLM hallucination destroying trust. Docs-inator is designed around solving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Five-step pipeline: Ask, Retrieve, Route, Generate, Cite. Every request is tenant-scoped, rate-limited, auth-checked, and ACL-filtered before retrieval begins. The LLM sees only retrieved chunks — no open internet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Four-tier architecture: Client layer (React, Slack, Teams, VS Code, Browser) → nginx ingress → two Spring Boot services (doc-bot for chat/auth/intelligence, doc-ingestor for pipeline/storage) → data layer (PostgreSQL+pgvector, Redis, SeaweedFS). AI providers are per-tenant and never shared across tenants.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Eight-stage pipeline: tenant resolution → rate limit → auth → ACL scope → hybrid retrieval → LLM routing → answer generation → cited response. Each stage enforces isolation — a user from tenant A can never see tenant B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intelligence features: multi-hop reasoning, people-also-asked, auto-FAQ, version diff, gap reports, and answer evolution timeline. All are implemented as separate service classes; each can be enabled/disabled per 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pillars: multi-tenancy (row-level isolation, JWT authority, invitation-only), authentication (JWT + API keys + OIDC + lockout + rate-limiting), GDPR compliance (erasure Art.17 + export Art.20 + PII detection + audit log). All LLM keys AES-256-GCM encrypted at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integration points: Slack, Teams, Chrome/Edge extension, VS Code extension, CI/CD webhooks, and source connectors. All client integrations authenticate via API keys (dak_ prefix). Webhooks are HMAC-SHA-256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deployment modes: Docker Compose (dev), raw K8s manifests (production), Helm chart (enterprise). Observability: Prometheus metrics, Grafana, structured JSON logs with trace IDs, nightly pg_dump to S3.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architectural decisions: shared pgvector (no vector DB), row-level tenancy, hybrid retrieval, model-keyed embedding cache, per-tenant LLM keys, and a pluggable ACL seam. Each is a deliberate tradeoff, not an accident.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Quick-start: clone, set two secrets in .env, docker compose up. All 6 services start. Documentation lives in /docs — architecture, API reference, deployment, and security guides are all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2560320"/>
            <a:ext cx="3474720" cy="3474720"/>
          </a:xfrm>
          <a:prstGeom prst="ellipse">
            <a:avLst/>
          </a:prstGeom>
          <a:solidFill>
            <a:srgbClr val="0D1A30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1920240"/>
            <a:ext cx="2194560" cy="2194560"/>
          </a:xfrm>
          <a:prstGeom prst="ellipse">
            <a:avLst/>
          </a:prstGeom>
          <a:solidFill>
            <a:srgbClr val="09102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-1371600"/>
            <a:ext cx="1097280" cy="10972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DOCUMENTATION INTELLIGENCE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Docs-inator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about your product.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cited, grounded answers — not open-web hallucinations.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463040" cy="292608"/>
          </a:xfrm>
          <a:prstGeom prst="rect">
            <a:avLst/>
          </a:prstGeom>
          <a:solidFill>
            <a:srgbClr val="0D1A3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11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3611880"/>
            <a:ext cx="1463040" cy="292608"/>
          </a:xfrm>
          <a:prstGeom prst="rect">
            <a:avLst/>
          </a:prstGeom>
          <a:solidFill>
            <a:srgbClr val="0D1A3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3611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3611880"/>
            <a:ext cx="1463040" cy="292608"/>
          </a:xfrm>
          <a:prstGeom prst="rect">
            <a:avLst/>
          </a:prstGeom>
          <a:solidFill>
            <a:srgbClr val="0D1A3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3611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 ·  pgvector  ·  OpenAI / Anthropic  ·  Kubernetes-ready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 Presentation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Documentation Problem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unsolved pain points that cost engineering and support teams every week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2697480" cy="3291840"/>
          </a:xfrm>
          <a:prstGeom prst="rect">
            <a:avLst/>
          </a:prstGeom>
          <a:solidFill>
            <a:srgbClr val="0D1A30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48132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384048" y="26060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1248" y="2971800"/>
            <a:ext cx="1783080" cy="274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306324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hours weekly searching through scattered, version-confused, outdated documentation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97480" cy="3291840"/>
          </a:xfrm>
          <a:prstGeom prst="rect">
            <a:avLst/>
          </a:prstGeom>
          <a:solidFill>
            <a:srgbClr val="0E1A14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48132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4×</a:t>
            </a:r>
            <a:endParaRPr lang="en-US" sz="6200" dirty="0"/>
          </a:p>
        </p:txBody>
      </p:sp>
      <p:sp>
        <p:nvSpPr>
          <p:cNvPr id="12" name="Text 10"/>
          <p:cNvSpPr/>
          <p:nvPr/>
        </p:nvSpPr>
        <p:spPr>
          <a:xfrm>
            <a:off x="3246120" y="26060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resolution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03320" y="2971800"/>
            <a:ext cx="1783080" cy="274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306324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support teams lack cited, product-specific answers and fall back to guesswork or escalation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08192" y="1371600"/>
            <a:ext cx="2697480" cy="3291840"/>
          </a:xfrm>
          <a:prstGeom prst="rect">
            <a:avLst/>
          </a:prstGeom>
          <a:solidFill>
            <a:srgbClr val="181108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08192" y="148132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6200" dirty="0"/>
          </a:p>
        </p:txBody>
      </p:sp>
      <p:sp>
        <p:nvSpPr>
          <p:cNvPr id="17" name="Text 15"/>
          <p:cNvSpPr/>
          <p:nvPr/>
        </p:nvSpPr>
        <p:spPr>
          <a:xfrm>
            <a:off x="6108192" y="26060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AI answers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65392" y="2971800"/>
            <a:ext cx="1783080" cy="274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306324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LLM hallucinates from the open web rather than from your product's own verified docs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Docs-inator solves all three with hybrid retrieval, grounded generation, and multi-tenant access control.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plain-language question to cited answer — in under 2 seconds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38328" y="1353312"/>
            <a:ext cx="1536192" cy="3063240"/>
          </a:xfrm>
          <a:prstGeom prst="rect">
            <a:avLst/>
          </a:prstGeom>
          <a:solidFill>
            <a:srgbClr val="0D1A30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481328"/>
            <a:ext cx="475488" cy="475488"/>
          </a:xfrm>
          <a:prstGeom prst="ellipse">
            <a:avLst/>
          </a:prstGeom>
          <a:solidFill>
            <a:srgbClr val="060C1A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38328" y="206654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9768" y="2542032"/>
            <a:ext cx="13533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in plain English via Web UI, Slack, Teams, VS Code, or REST API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01952" y="2857500"/>
            <a:ext cx="128016" cy="54864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39112" y="1353312"/>
            <a:ext cx="1536192" cy="3063240"/>
          </a:xfrm>
          <a:prstGeom prst="rect">
            <a:avLst/>
          </a:prstGeom>
          <a:solidFill>
            <a:srgbClr val="0D1A30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9464" y="1481328"/>
            <a:ext cx="475488" cy="475488"/>
          </a:xfrm>
          <a:prstGeom prst="ellipse">
            <a:avLst/>
          </a:prstGeom>
          <a:solidFill>
            <a:srgbClr val="060C1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9464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039112" y="206654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130552" y="2542032"/>
            <a:ext cx="13533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dense + lexical search, RRF fusion, MMR re-ranking — scoped to tenant ACL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02736" y="2857500"/>
            <a:ext cx="128016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9896" y="1353312"/>
            <a:ext cx="1536192" cy="3063240"/>
          </a:xfrm>
          <a:prstGeom prst="rect">
            <a:avLst/>
          </a:prstGeom>
          <a:solidFill>
            <a:srgbClr val="0D1A30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0248" y="1481328"/>
            <a:ext cx="475488" cy="475488"/>
          </a:xfrm>
          <a:prstGeom prst="ellipse">
            <a:avLst/>
          </a:prstGeom>
          <a:solidFill>
            <a:srgbClr val="060C1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0248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739896" y="206654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831336" y="2542032"/>
            <a:ext cx="13533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LLMRouter selects provider and model from tenant's own encrypted AI config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03520" y="2857500"/>
            <a:ext cx="128016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1353312"/>
            <a:ext cx="1536192" cy="3063240"/>
          </a:xfrm>
          <a:prstGeom prst="rect">
            <a:avLst/>
          </a:prstGeom>
          <a:solidFill>
            <a:srgbClr val="0D1A30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71032" y="1481328"/>
            <a:ext cx="475488" cy="475488"/>
          </a:xfrm>
          <a:prstGeom prst="ellipse">
            <a:avLst/>
          </a:prstGeom>
          <a:solidFill>
            <a:srgbClr val="060C1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71032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40680" y="206654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532120" y="2542032"/>
            <a:ext cx="13533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synthesises answer grounded strictly in retrieved document chunks (≥ 0.55 similarity)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04304" y="2857500"/>
            <a:ext cx="128016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41464" y="1353312"/>
            <a:ext cx="1536192" cy="3063240"/>
          </a:xfrm>
          <a:prstGeom prst="rect">
            <a:avLst/>
          </a:prstGeom>
          <a:solidFill>
            <a:srgbClr val="0D1A30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71816" y="1481328"/>
            <a:ext cx="475488" cy="475488"/>
          </a:xfrm>
          <a:prstGeom prst="ellipse">
            <a:avLst/>
          </a:prstGeom>
          <a:solidFill>
            <a:srgbClr val="060C1A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71816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141464" y="206654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232904" y="2542032"/>
            <a:ext cx="13533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 + confidence score (HIGH/MED/LOW) + 3 follow-up suggestions returned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28600" y="9601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169164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344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UI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56816" y="1426464"/>
            <a:ext cx="20116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801368"/>
            <a:ext cx="169164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80136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Bot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56816" y="1993392"/>
            <a:ext cx="20116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368296"/>
            <a:ext cx="169164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36829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Bot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56816" y="2560320"/>
            <a:ext cx="20116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935224"/>
            <a:ext cx="169164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93522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56816" y="3127248"/>
            <a:ext cx="20116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502152"/>
            <a:ext cx="169164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50215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Edge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56816" y="3694176"/>
            <a:ext cx="20116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4560" y="2240280"/>
            <a:ext cx="1234440" cy="685800"/>
          </a:xfrm>
          <a:prstGeom prst="rect">
            <a:avLst/>
          </a:prstGeom>
          <a:solidFill>
            <a:srgbClr val="FEFCE8"/>
          </a:solidFill>
          <a:ln w="12700">
            <a:solidFill>
              <a:srgbClr val="CA8A0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94560" y="22402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 ·  TLS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65576" y="2057400"/>
            <a:ext cx="201168" cy="45720"/>
          </a:xfrm>
          <a:prstGeom prst="rect">
            <a:avLst/>
          </a:prstGeom>
          <a:solidFill>
            <a:srgbClr val="F5700E"/>
          </a:solidFill>
          <a:ln w="12700">
            <a:solidFill>
              <a:srgbClr val="F5700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65576" y="3264408"/>
            <a:ext cx="201168" cy="4572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03320" y="969264"/>
            <a:ext cx="237744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03320" y="9692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documentation-bot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03320" y="1353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  ·  Spring Boot 4 / Java 21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22192" y="1618488"/>
            <a:ext cx="2176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Chat + Auth + OIDC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22192" y="1874520"/>
            <a:ext cx="2176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Hybrid Vector Search + RRF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22192" y="2130552"/>
            <a:ext cx="2176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LLMRouter  (OpenAI / Anthropic)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22192" y="2386584"/>
            <a:ext cx="2176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Multi-hop Intelligence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22192" y="2642616"/>
            <a:ext cx="2176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Multi-tenancy + GDPR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03320" y="3127248"/>
            <a:ext cx="2377440" cy="169164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03320" y="31272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document-ingestor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03320" y="3511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  ·  Spring Boot 4 / Java 21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22192" y="3767328"/>
            <a:ext cx="2176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Tika Parser → Markdown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22192" y="4014216"/>
            <a:ext cx="2176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PII Detection + Quarantine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22192" y="4261104"/>
            <a:ext cx="2176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Semantic Chunker  (800 tok / 100 overlap)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22192" y="4507992"/>
            <a:ext cx="2176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OpenAI Embedding  (1536-dim)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9360" y="9601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09360" y="1261872"/>
            <a:ext cx="2606040" cy="84124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126187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pgvector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09360" y="1719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  ·  1536-dim vectors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08192" y="1645920"/>
            <a:ext cx="164592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2286000"/>
            <a:ext cx="2606040" cy="841248"/>
          </a:xfrm>
          <a:prstGeom prst="ellipse">
            <a:avLst/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228600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14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09360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cache  ·  Rate-limit tokens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08192" y="2670048"/>
            <a:ext cx="164592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3310128"/>
            <a:ext cx="2606040" cy="84124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33101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SeaweedFS / S3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09360" y="3767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binary storage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08192" y="3694176"/>
            <a:ext cx="164592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466344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  —  per-tenant encrypted keys, no shared platform key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28600" y="4901184"/>
            <a:ext cx="4160520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" y="490118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1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 (GPT-4o  ·  text-embedding-3-small)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572000" y="4901184"/>
            <a:ext cx="4160520" cy="347472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0" y="490118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 (Claude Sonnet)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Query Pipeline — Every Request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stages from HTTP request to cited response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47472" y="1353312"/>
            <a:ext cx="420624" cy="420624"/>
          </a:xfrm>
          <a:prstGeom prst="ellipse">
            <a:avLst/>
          </a:prstGeom>
          <a:solidFill>
            <a:srgbClr val="0D1A3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2801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Resolution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162763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tenant_id resolved from JWT — cannot be overridden by header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" y="1773936"/>
            <a:ext cx="45720" cy="38404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258568"/>
            <a:ext cx="420624" cy="420624"/>
          </a:xfrm>
          <a:prstGeom prst="ellipse">
            <a:avLst/>
          </a:prstGeom>
          <a:solidFill>
            <a:srgbClr val="0D1A3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" y="21854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" y="253288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Bucket4j + Redis  ·  30 req/min per user across replicas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2679192"/>
            <a:ext cx="45720" cy="38404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3163824"/>
            <a:ext cx="420624" cy="420624"/>
          </a:xfrm>
          <a:prstGeom prst="ellipse">
            <a:avLst/>
          </a:prstGeom>
          <a:solidFill>
            <a:srgbClr val="0D1A3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30906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Check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" y="343814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(HS512)  ·  API Key (dak_ prefix, SHA-256)  ·  OIDC JIT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3584448"/>
            <a:ext cx="4572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4069080"/>
            <a:ext cx="420624" cy="420624"/>
          </a:xfrm>
          <a:prstGeom prst="ellipse">
            <a:avLst/>
          </a:prstGeom>
          <a:solidFill>
            <a:srgbClr val="0D1A30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" y="3995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Scope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" y="43434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+ group document grants → SearchScope (tenant + doc IDs)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353312"/>
            <a:ext cx="420624" cy="420624"/>
          </a:xfrm>
          <a:prstGeom prst="ellipse">
            <a:avLst/>
          </a:prstGeom>
          <a:solidFill>
            <a:srgbClr val="0D1A3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21224" y="12801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21224" y="162763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cosine HNSW + lexical tsvector → RRF fusion → MMR re-rank (top-7)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1773936"/>
            <a:ext cx="45720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258568"/>
            <a:ext cx="420624" cy="420624"/>
          </a:xfrm>
          <a:prstGeom prst="ellipse">
            <a:avLst/>
          </a:prstGeom>
          <a:solidFill>
            <a:srgbClr val="0D1A30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21224" y="21854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LLM Routing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21224" y="253288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→ mini model  ·  complex → full model  ·  per-tenant key, AES-256-GCM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2679192"/>
            <a:ext cx="45720" cy="38404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163824"/>
            <a:ext cx="420624" cy="420624"/>
          </a:xfrm>
          <a:prstGeom prst="ellipse">
            <a:avLst/>
          </a:prstGeom>
          <a:solidFill>
            <a:srgbClr val="0D1A3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21224" y="30906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Generation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21224" y="343814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0.55 similarity threshold  ·  Resilience4j CB + bulkhead (5 concurrent)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3584448"/>
            <a:ext cx="457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4069080"/>
            <a:ext cx="420624" cy="420624"/>
          </a:xfrm>
          <a:prstGeom prst="ellipse">
            <a:avLst/>
          </a:prstGeom>
          <a:solidFill>
            <a:srgbClr val="0D1A3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21224" y="3995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Response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21224" y="43434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 (doc · chunk · excerpt · relevance) + confidence + follow-ups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Features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basic Q&amp;A — six capabilities that make Docs-inator a knowledge assistant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335024"/>
            <a:ext cx="269748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99616"/>
            <a:ext cx="237744" cy="2377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2646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Reasoning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complex questions into sub-queries, resolves each independently, synthesises a final grounded answer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2112" y="1335024"/>
            <a:ext cx="2697480" cy="160020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9272" y="1499616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42646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Also Asked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190195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generation of related questions from query log patterns — surfaces what users typically need next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44184" y="1335024"/>
            <a:ext cx="2697480" cy="16002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499616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142646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Auto-FAQ Generator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81344" y="190195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recurring query patterns into FAQ entries with auto-drafted answers from the doc corpus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90672"/>
            <a:ext cx="2697480" cy="16002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55264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1821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Diff Answers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version references in questions and compares retrieved chunks across two product versions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82112" y="3090672"/>
            <a:ext cx="2697480" cy="160020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9272" y="3255264"/>
            <a:ext cx="237744" cy="23774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31821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Gap Reports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9272" y="36576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topics users ask about but the documentation does not cover — turns silence into a content roadmap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44184" y="3090672"/>
            <a:ext cx="2697480" cy="1600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1344" y="3255264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1384" y="31821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Evolution Timeline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81344" y="36576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the best answer to a question has changed over time as documents are updated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Security &amp; Compliance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Multi-Tenancy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146304" cy="14630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isolation on every table (tenant_id)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2295144"/>
            <a:ext cx="146304" cy="14630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03704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claim is authoritative — not overridable by header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990088"/>
            <a:ext cx="146304" cy="14630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98648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Invitation-only signup — no self-registration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3685032"/>
            <a:ext cx="146304" cy="14630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9359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ContextPropagatingTaskDecorator for async thread safety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4379976"/>
            <a:ext cx="146304" cy="14630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88536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AI config: provider, model, key, endpoint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46120" y="960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246120" y="1600200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50876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(HS512, access + refresh rotation)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2295144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203704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Keys: dak_ prefix, SHA-256 hashed at rest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990088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898648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/ SSO with JIT provisioning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3685032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59359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 on failed attempts (locked_until)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4379976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4288536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Bucket4j + Redis (30 req/min default)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72200" y="960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&amp; Compliance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172200" y="1600200"/>
            <a:ext cx="146304" cy="146304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50876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17 right-to-erasure (7-day grace, nightly processor @3am)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2295144"/>
            <a:ext cx="146304" cy="146304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203704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20 data export — full user data as JSON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2990088"/>
            <a:ext cx="146304" cy="146304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2898648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detection: SSN, CC, AWS keys, email, phone, IP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72200" y="3685032"/>
            <a:ext cx="146304" cy="146304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59359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workflow for flagged documents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72200" y="4379976"/>
            <a:ext cx="146304" cy="146304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4288536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audit_log with actor, action, target, metadata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solidFill>
            <a:srgbClr val="0D1A3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keys encrypted at rest with AES-256-GCM (random 12-byte IV)  ·  Webhook bodies HMAC-SHA-256 verified  ·  SSRF protection on all URL fetches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 Ecosystem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users where they already work — six integration points, zero context switching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335024"/>
            <a:ext cx="2697480" cy="1600200"/>
          </a:xfrm>
          <a:prstGeom prst="rect">
            <a:avLst/>
          </a:prstGeom>
          <a:solidFill>
            <a:srgbClr val="FAF5FF"/>
          </a:solidFill>
          <a:ln w="12700">
            <a:solidFill>
              <a:srgbClr val="4A15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35024"/>
            <a:ext cx="2697480" cy="347472"/>
          </a:xfrm>
          <a:prstGeom prst="rect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350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746504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 framework (Socket Mode + HTTP). Ask in any channel; App Home shows session history and citations.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2112" y="1335024"/>
            <a:ext cx="2697480" cy="1600200"/>
          </a:xfrm>
          <a:prstGeom prst="rect">
            <a:avLst/>
          </a:prstGeom>
          <a:solidFill>
            <a:srgbClr val="F0F1FF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2112" y="1335024"/>
            <a:ext cx="2697480" cy="347472"/>
          </a:xfrm>
          <a:prstGeom prst="rect">
            <a:avLst/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350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746504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Framework SDK. Responds in message threads; adaptive cards surface key citations inline.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44184" y="1335024"/>
            <a:ext cx="269748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44184" y="1335024"/>
            <a:ext cx="26974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13350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Edge Ext.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53912" y="1746504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 (background service worker + content script). Query docs on any page without leaving the browser.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90672"/>
            <a:ext cx="2697480" cy="1600200"/>
          </a:xfrm>
          <a:prstGeom prst="rect">
            <a:avLst/>
          </a:prstGeom>
          <a:solidFill>
            <a:srgbClr val="E8F7FF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90672"/>
            <a:ext cx="2697480" cy="347472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0906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502152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WebviewViewProvider panel in the editor. Ask questions while writing code — answers land in the sidebar.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82112" y="3090672"/>
            <a:ext cx="2697480" cy="1600200"/>
          </a:xfrm>
          <a:prstGeom prst="rect">
            <a:avLst/>
          </a:prstGeom>
          <a:solidFill>
            <a:srgbClr val="F0FDF4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82112" y="3090672"/>
            <a:ext cx="269748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0906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 Webhooks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502152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HMAC-SHA-256 verified push events. Docs update automatically on merge — no manual re-upload needed.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44184" y="3090672"/>
            <a:ext cx="2697480" cy="16002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44184" y="3090672"/>
            <a:ext cx="26974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30906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Connectors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53912" y="3502152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Cloud, GitHub/GitLab webhook, directory watcher. Scheduled sync with de-duplication via SHA-256 hash.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Operations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60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SMALL TEAM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743200" cy="2606040"/>
          </a:xfrm>
          <a:prstGeom prst="rect">
            <a:avLst/>
          </a:prstGeom>
          <a:solidFill>
            <a:srgbClr val="0D1A3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command. All services.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30552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 --build starts 6 services (Postgres, Redis, SeaweedFS, 2 Java services, React frontend). Healthy in ~90 seconds. Bots via --profile bots.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2743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60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743200" cy="2606040"/>
          </a:xfrm>
          <a:prstGeom prst="rect">
            <a:avLst/>
          </a:prstGeom>
          <a:solidFill>
            <a:srgbClr val="0D1A3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325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383280" y="1801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raw manifests in /k8s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130552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for Postgres, Deployments, PodDisruptionBudgets, NetworkPolicy (default-deny), ExternalSecrets / SealedSecrets, nightly pg_dump CronJob to S3.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2743200" cy="2743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60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1234440"/>
            <a:ext cx="2743200" cy="2606040"/>
          </a:xfrm>
          <a:prstGeom prst="rect">
            <a:avLst/>
          </a:prstGeom>
          <a:solidFill>
            <a:srgbClr val="0D1A3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325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Helm Chart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09360" y="1801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parameterised in /helm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130552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chart version, values override everything. HPA (min 2, max 10 for bot-service), NetworkPolicy toggle, configurable resources and replica counts per environment.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43159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Actuator + Prometheus metrics  ·  Grafana dashboards (JVM 4701, Spring 11378, HikariCP 7103, Redis 763)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Structured JSON logging (tenant_id + user_id + trace_id on every line)  ·  Dynamic log levels via Actuator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Technical Decisions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429768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— no separate vector DB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59105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consistency between relational and vector data; no extra infra, no sync lag between stores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024128"/>
            <a:ext cx="4297680" cy="123444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1155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isolation, not schema-per-tenant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92040" y="159105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Flyway migrations at current scale; upgrade path to schema-per-tenant is open without data migration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395728"/>
            <a:ext cx="4297680" cy="12344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dense + lexical retrieval with RRF fusion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96265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handles semantic paraphrases; lexical handles exact model names and version strings; fusion wins both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395728"/>
            <a:ext cx="4297680" cy="1234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cache keyed SHA-256(model + query text)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296265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invalidates automatically on model change — no explicit invalidation logic needed anywhere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767328"/>
            <a:ext cx="4297680" cy="123444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587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LLM key — no platform-level fallback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33425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tenant owns their AI spend; shared-key cost leakage and quota contention are structurally impossible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767328"/>
            <a:ext cx="4297680" cy="123444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8587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GrantBasedDocumentAccessPolicy as sole ACL seam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433425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access model (ABAC, RBAC) requires only a new implementation — zero changes to retrieval code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2560320"/>
            <a:ext cx="3474720" cy="3474720"/>
          </a:xfrm>
          <a:prstGeom prst="ellipse">
            <a:avLst/>
          </a:prstGeom>
          <a:solidFill>
            <a:srgbClr val="0D1A30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1920240"/>
            <a:ext cx="2194560" cy="2194560"/>
          </a:xfrm>
          <a:prstGeom prst="ellipse">
            <a:avLst/>
          </a:prstGeom>
          <a:solidFill>
            <a:srgbClr val="09102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-1371600"/>
            <a:ext cx="1097280" cy="10972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DOCS-INATOR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and Running in 90 Seconds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498080" cy="1298448"/>
          </a:xfrm>
          <a:prstGeom prst="rect">
            <a:avLst/>
          </a:prstGeom>
          <a:solidFill>
            <a:srgbClr val="0D1A3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76272"/>
            <a:ext cx="7223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&lt;repo&gt;  &amp;&amp;  cd doc-ai-system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           # set JWT_SECRET, SECRETS_ENCRYPTION_KEY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   # all 6 services — healthy in ~90 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http://localhost:3000  ·  Log in as admin  ·  Configure AI in Settings  ·  Upload a doc  ·  Ask anything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005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docs/architecture.md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97480" y="4005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9748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docs/api-reference.md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4005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docs/deployment.md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95160" y="4005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9516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docs/security.md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645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2026-08-17T03:41:42Z</dcterms:created>
  <dcterms:modified xsi:type="dcterms:W3CDTF">2026-08-17T03:41:42Z</dcterms:modified>
</cp:coreProperties>
</file>